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4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47346-302A-EE73-9E14-33195E04F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ED8D7-7FE5-1717-F196-1BB9973E8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9DA81-E900-8F3F-C069-2DB547FAC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CCC68-8A7F-480C-B817-99313149425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E1C56-29CC-8484-E7FA-D26E43C48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A39B2-327A-D249-44AA-4B97C0810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AD7-3237-4332-856D-4A03A66EA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620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4A398-3DEF-E041-71C4-5CBC9B684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D896C-855A-4BE8-2AF8-A4FEF6305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1596D-0171-7AF8-B6EB-62EAE60A7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CCC68-8A7F-480C-B817-99313149425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70719-BA72-D665-3404-7C601A30A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70B2-77AC-4B3B-ED3D-CE1412BE1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AD7-3237-4332-856D-4A03A66EA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12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33BC3-8FD3-FF22-C66C-97703C57B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53CB3-8B2D-38F4-92BC-DF91A28A3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736E5-28CD-1833-D331-D802786B3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CCC68-8A7F-480C-B817-99313149425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34345-A5C9-5F0D-2800-BDF09A203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C1424-F829-2218-8470-E667B0375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AD7-3237-4332-856D-4A03A66EA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47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CD79-6EBE-1822-5098-DC239B899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FA603-7242-B176-65C3-89CB71E8F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A875C-6F09-DB60-CFE9-68DC52127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04A5B-04DB-341D-21F8-953769162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CCC68-8A7F-480C-B817-99313149425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F719B-CC8B-D25E-F8BC-29A2AD651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042E4-E6E8-0546-9484-EA40657E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AD7-3237-4332-856D-4A03A66EA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048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D8695-EB52-9BA5-E769-567CDEC85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B8118-FB6F-9540-02BD-E5B9AF591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33AD7-0EEB-8B97-A7F7-6A81E4764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DBC231-CEB5-B8F4-44A7-F8E94A84B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D13364-CD11-5819-2F5C-33CC82B7C0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480FC0-2099-286F-D9EE-5D354EC0F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CCC68-8A7F-480C-B817-99313149425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27A208-A3A5-82AC-9ABA-44E10A0B5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5D80B4-AD48-1DE1-0B39-4B258338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AD7-3237-4332-856D-4A03A66EA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12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B3BBC-FCFB-E44D-20C1-2D8E77319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3C312-55D6-DD59-2A1D-01F132BE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CCC68-8A7F-480C-B817-99313149425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C048C-BC1F-D0B3-D705-22497EFE3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A52E0-74B8-B9D8-97E9-2D9014C96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AD7-3237-4332-856D-4A03A66EA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11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ADC3E4-AA46-F499-5484-4201DB0CC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CCC68-8A7F-480C-B817-99313149425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D048ED-EB73-C940-C1A3-484A668EB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64E54-9AB3-DE1E-8190-8E926DBE7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AD7-3237-4332-856D-4A03A66EA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493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89641-DCB6-38A0-528F-15181EA7B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55754-27F3-50CA-41EB-B763F4F53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ED9189-1046-4686-D789-6163FD315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7702E-9614-B637-8756-97CA46C21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CCC68-8A7F-480C-B817-99313149425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21C50-15AF-4B51-7F0D-F29ADA0E2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48C15-D9DD-1174-BF48-07A4CDA4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AD7-3237-4332-856D-4A03A66EA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919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3805-DCF3-523D-0B52-603D0F931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E68F1-3F62-76D8-8239-749F450ED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6B5CB-E24A-24CA-4F96-DAECECCE7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44BDC-DEEF-2EAB-11BE-A24ADA053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CCC68-8A7F-480C-B817-99313149425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069E0-3D67-249F-65FC-E006E753C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7A4CB-E100-5FF2-7D67-0EBEC868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AD7-3237-4332-856D-4A03A66EA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608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967F0-1489-0E99-07A4-3DDB17EC1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62C31-837A-EBFC-FBDC-F554F5B81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BC79B-DBA2-1D33-7515-80478104D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CCC68-8A7F-480C-B817-99313149425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1A6A4-CA5B-E630-65D0-7DF25DD5F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124A4-5FCE-9A7B-A2F7-FB797DF4B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AD7-3237-4332-856D-4A03A66EA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339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FB9224-EC21-7D20-947A-302B2C7DB7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5C85-8824-A0D3-51E5-CF54E7BA4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7EC56-EE64-5CAC-29B7-8AC04794E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CCC68-8A7F-480C-B817-99313149425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076BB-DAFA-B301-DE57-BE35A4B9B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E0383-4531-7C72-B5DA-5B131C6F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ACAD7-3237-4332-856D-4A03A66EA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77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241F9A-6F21-48EC-0ECD-659DE4263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F226C-D321-B737-9E99-D04B7FD33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9BD86-218D-CCA1-FC00-134E91BC3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3CCC68-8A7F-480C-B817-99313149425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7599B-5BC3-414E-BBC6-5F6AA313B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5F4B5-A8D3-44E5-114B-26CD0DCA2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ACAD7-3237-4332-856D-4A03A66EAA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609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C2FD1A-1E46-757D-3C31-830E5CC583E4}"/>
              </a:ext>
            </a:extLst>
          </p:cNvPr>
          <p:cNvSpPr txBox="1"/>
          <p:nvPr/>
        </p:nvSpPr>
        <p:spPr>
          <a:xfrm>
            <a:off x="584792" y="2604977"/>
            <a:ext cx="12269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70C0"/>
                </a:solidFill>
              </a:rPr>
              <a:t>Comment Toxicity Detection Using Deep Learning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07689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42AB4-9D82-7CDD-C5D0-926A5A5E6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0899FC0-09CC-C214-3E83-FC667026A7AC}"/>
              </a:ext>
            </a:extLst>
          </p:cNvPr>
          <p:cNvSpPr txBox="1"/>
          <p:nvPr/>
        </p:nvSpPr>
        <p:spPr>
          <a:xfrm>
            <a:off x="627321" y="1499191"/>
            <a:ext cx="1078141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Why is this needed?</a:t>
            </a:r>
          </a:p>
          <a:p>
            <a:pPr>
              <a:buNone/>
            </a:pP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Millions of comments are posted daily.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Manual moderation is impossible.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Toxic comments affect user experience.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Need for automatic moderation.</a:t>
            </a:r>
          </a:p>
        </p:txBody>
      </p:sp>
    </p:spTree>
    <p:extLst>
      <p:ext uri="{BB962C8B-B14F-4D97-AF65-F5344CB8AC3E}">
        <p14:creationId xmlns:p14="http://schemas.microsoft.com/office/powerpoint/2010/main" val="3470524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824E68-7245-6AD8-E1C1-E64D9712E844}"/>
              </a:ext>
            </a:extLst>
          </p:cNvPr>
          <p:cNvSpPr txBox="1"/>
          <p:nvPr/>
        </p:nvSpPr>
        <p:spPr>
          <a:xfrm>
            <a:off x="1562986" y="1403498"/>
            <a:ext cx="75836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u="sng" dirty="0"/>
              <a:t>Objectives:</a:t>
            </a:r>
          </a:p>
          <a:p>
            <a:pPr>
              <a:buNone/>
            </a:pPr>
            <a:endParaRPr lang="en-US" sz="2800" b="1" u="sng" dirty="0"/>
          </a:p>
          <a:p>
            <a:pPr>
              <a:buNone/>
            </a:pPr>
            <a:r>
              <a:rPr lang="en-US" sz="2800" dirty="0"/>
              <a:t>✔ Detect toxic comments automatically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✔ Support multi-label classification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✔ Identify multiple toxicity categories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✔ Deploy as a real-time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133311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4378D4-0BFD-7608-9473-3164A3872E04}"/>
              </a:ext>
            </a:extLst>
          </p:cNvPr>
          <p:cNvSpPr txBox="1"/>
          <p:nvPr/>
        </p:nvSpPr>
        <p:spPr>
          <a:xfrm>
            <a:off x="1092495" y="467580"/>
            <a:ext cx="609777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u="sng" dirty="0"/>
              <a:t>Categories:</a:t>
            </a:r>
          </a:p>
          <a:p>
            <a:pPr>
              <a:buNone/>
            </a:pPr>
            <a:endParaRPr lang="en-US" sz="2800" b="1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Toxic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Severe Toxic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Obscene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Threat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Insult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Identity Hate</a:t>
            </a:r>
          </a:p>
        </p:txBody>
      </p:sp>
    </p:spTree>
    <p:extLst>
      <p:ext uri="{BB962C8B-B14F-4D97-AF65-F5344CB8AC3E}">
        <p14:creationId xmlns:p14="http://schemas.microsoft.com/office/powerpoint/2010/main" val="91981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45263D-D06F-5204-18AD-73EFC6E817E8}"/>
              </a:ext>
            </a:extLst>
          </p:cNvPr>
          <p:cNvSpPr txBox="1"/>
          <p:nvPr/>
        </p:nvSpPr>
        <p:spPr>
          <a:xfrm>
            <a:off x="1222745" y="1329069"/>
            <a:ext cx="858313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Multi-label classification</a:t>
            </a:r>
          </a:p>
          <a:p>
            <a:r>
              <a:rPr lang="en-US" sz="2800" b="1" dirty="0"/>
              <a:t> </a:t>
            </a:r>
          </a:p>
          <a:p>
            <a:pPr>
              <a:buNone/>
            </a:pPr>
            <a:r>
              <a:rPr lang="en-US" sz="2400" b="1" dirty="0">
                <a:cs typeface="Arial" panose="020B0604020202020204" pitchFamily="34" charset="0"/>
              </a:rPr>
              <a:t>Example:</a:t>
            </a:r>
          </a:p>
          <a:p>
            <a:pPr rtl="0">
              <a:buNone/>
            </a:pPr>
            <a:r>
              <a:rPr lang="en-US" sz="2400" b="1" dirty="0">
                <a:cs typeface="Arial" panose="020B0604020202020204" pitchFamily="34" charset="0"/>
              </a:rPr>
              <a:t>               I will kill you idiot</a:t>
            </a:r>
          </a:p>
          <a:p>
            <a:pPr rtl="0">
              <a:buNone/>
            </a:pPr>
            <a:endParaRPr lang="en-US" sz="2400" b="1" dirty="0"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b="1" dirty="0">
                <a:cs typeface="Arial" panose="020B0604020202020204" pitchFamily="34" charset="0"/>
              </a:rPr>
              <a:t>Labels:</a:t>
            </a:r>
          </a:p>
          <a:p>
            <a:pPr rtl="0">
              <a:buNone/>
            </a:pPr>
            <a:r>
              <a:rPr lang="en-US" sz="2400" b="1" dirty="0">
                <a:cs typeface="Arial" panose="020B0604020202020204" pitchFamily="34" charset="0"/>
              </a:rPr>
              <a:t>              Toxic</a:t>
            </a: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              Threat</a:t>
            </a: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              Insult</a:t>
            </a:r>
          </a:p>
        </p:txBody>
      </p:sp>
    </p:spTree>
    <p:extLst>
      <p:ext uri="{BB962C8B-B14F-4D97-AF65-F5344CB8AC3E}">
        <p14:creationId xmlns:p14="http://schemas.microsoft.com/office/powerpoint/2010/main" val="2710968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FAF7DF-B5C3-8A87-3316-E1A63294F62E}"/>
              </a:ext>
            </a:extLst>
          </p:cNvPr>
          <p:cNvSpPr txBox="1"/>
          <p:nvPr/>
        </p:nvSpPr>
        <p:spPr>
          <a:xfrm>
            <a:off x="1414130" y="956931"/>
            <a:ext cx="7732528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Data Preprocessing:</a:t>
            </a:r>
          </a:p>
          <a:p>
            <a:pPr>
              <a:buNone/>
            </a:pPr>
            <a:endParaRPr lang="en-IN" sz="2800" b="1" dirty="0"/>
          </a:p>
          <a:p>
            <a:pPr rtl="0">
              <a:buNone/>
            </a:pPr>
            <a:r>
              <a:rPr lang="en-IN" sz="2000" b="1" dirty="0"/>
              <a:t>Raw Comment</a:t>
            </a:r>
            <a:br>
              <a:rPr lang="en-IN" sz="2000" b="1" dirty="0"/>
            </a:br>
            <a:r>
              <a:rPr lang="en-IN" sz="2000" b="1" dirty="0"/>
              <a:t>     ↓</a:t>
            </a:r>
            <a:br>
              <a:rPr lang="en-IN" sz="2000" b="1" dirty="0"/>
            </a:br>
            <a:r>
              <a:rPr lang="en-IN" sz="2000" b="1" dirty="0"/>
              <a:t>Lowercasing</a:t>
            </a:r>
            <a:br>
              <a:rPr lang="en-IN" sz="2000" b="1" dirty="0"/>
            </a:br>
            <a:r>
              <a:rPr lang="en-IN" sz="2000" b="1" dirty="0"/>
              <a:t>     ↓</a:t>
            </a:r>
            <a:br>
              <a:rPr lang="en-IN" sz="2000" b="1" dirty="0"/>
            </a:br>
            <a:r>
              <a:rPr lang="en-IN" sz="2000" b="1" dirty="0"/>
              <a:t>Remove URLs</a:t>
            </a:r>
            <a:br>
              <a:rPr lang="en-IN" sz="2000" b="1" dirty="0"/>
            </a:br>
            <a:r>
              <a:rPr lang="en-IN" sz="2000" b="1" dirty="0"/>
              <a:t>     ↓</a:t>
            </a:r>
            <a:br>
              <a:rPr lang="en-IN" sz="2000" b="1" dirty="0"/>
            </a:br>
            <a:r>
              <a:rPr lang="en-IN" sz="2000" b="1" dirty="0"/>
              <a:t>Lemmatization</a:t>
            </a:r>
            <a:br>
              <a:rPr lang="en-IN" sz="2000" b="1" dirty="0"/>
            </a:br>
            <a:r>
              <a:rPr lang="en-IN" sz="2000" b="1" dirty="0"/>
              <a:t>     ↓</a:t>
            </a:r>
            <a:br>
              <a:rPr lang="en-IN" sz="2000" b="1" dirty="0"/>
            </a:br>
            <a:r>
              <a:rPr lang="en-IN" sz="2000" b="1" dirty="0"/>
              <a:t>Tokenizer</a:t>
            </a:r>
            <a:br>
              <a:rPr lang="en-IN" sz="2000" b="1" dirty="0"/>
            </a:br>
            <a:r>
              <a:rPr lang="en-IN" sz="2000" b="1" dirty="0"/>
              <a:t>     ↓</a:t>
            </a:r>
            <a:br>
              <a:rPr lang="en-IN" sz="2000" b="1" dirty="0"/>
            </a:br>
            <a:r>
              <a:rPr lang="en-IN" sz="2000" b="1" dirty="0"/>
              <a:t>Padding</a:t>
            </a:r>
            <a:br>
              <a:rPr lang="en-IN" sz="2000" b="1" dirty="0"/>
            </a:br>
            <a:r>
              <a:rPr lang="en-IN" sz="2000" b="1" dirty="0"/>
              <a:t>     ↓</a:t>
            </a:r>
            <a:br>
              <a:rPr lang="en-IN" sz="2000" b="1" dirty="0"/>
            </a:br>
            <a:r>
              <a:rPr lang="en-IN" sz="2000" b="1" dirty="0"/>
              <a:t>Model Input</a:t>
            </a:r>
          </a:p>
        </p:txBody>
      </p:sp>
    </p:spTree>
    <p:extLst>
      <p:ext uri="{BB962C8B-B14F-4D97-AF65-F5344CB8AC3E}">
        <p14:creationId xmlns:p14="http://schemas.microsoft.com/office/powerpoint/2010/main" val="622594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C83E73-5C30-693D-8558-087E8663BEA8}"/>
              </a:ext>
            </a:extLst>
          </p:cNvPr>
          <p:cNvSpPr txBox="1"/>
          <p:nvPr/>
        </p:nvSpPr>
        <p:spPr>
          <a:xfrm>
            <a:off x="978195" y="372140"/>
            <a:ext cx="816846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/>
              <a:t>Model Architecture</a:t>
            </a:r>
          </a:p>
          <a:p>
            <a:pPr>
              <a:buNone/>
            </a:pPr>
            <a:endParaRPr lang="en-IN" sz="2400" b="1" u="sng" dirty="0"/>
          </a:p>
          <a:p>
            <a:pPr rtl="0">
              <a:buNone/>
            </a:pPr>
            <a:r>
              <a:rPr lang="en-IN" sz="2400" dirty="0"/>
              <a:t>Input Text</a:t>
            </a:r>
            <a:br>
              <a:rPr lang="en-IN" sz="2400" dirty="0"/>
            </a:br>
            <a:r>
              <a:rPr lang="en-IN" sz="2400" dirty="0"/>
              <a:t>      ↓</a:t>
            </a:r>
            <a:br>
              <a:rPr lang="en-IN" sz="2400" dirty="0"/>
            </a:br>
            <a:r>
              <a:rPr lang="en-IN" sz="2400" dirty="0"/>
              <a:t>Tokenizer</a:t>
            </a:r>
            <a:br>
              <a:rPr lang="en-IN" sz="2400" dirty="0"/>
            </a:br>
            <a:r>
              <a:rPr lang="en-IN" sz="2400" dirty="0"/>
              <a:t>      ↓</a:t>
            </a:r>
            <a:br>
              <a:rPr lang="en-IN" sz="2400" dirty="0"/>
            </a:br>
            <a:r>
              <a:rPr lang="en-IN" sz="2400" dirty="0"/>
              <a:t>Embedding Layer</a:t>
            </a:r>
            <a:br>
              <a:rPr lang="en-IN" sz="2400" dirty="0"/>
            </a:br>
            <a:r>
              <a:rPr lang="en-IN" sz="2400" dirty="0"/>
              <a:t>      ↓</a:t>
            </a:r>
            <a:br>
              <a:rPr lang="en-IN" sz="2400" dirty="0"/>
            </a:br>
            <a:r>
              <a:rPr lang="en-IN" sz="2400" dirty="0"/>
              <a:t>Bidirectional LSTM</a:t>
            </a:r>
            <a:br>
              <a:rPr lang="en-IN" sz="2400" dirty="0"/>
            </a:br>
            <a:r>
              <a:rPr lang="en-IN" sz="2400" dirty="0"/>
              <a:t>      ↓</a:t>
            </a:r>
            <a:br>
              <a:rPr lang="en-IN" sz="2400" dirty="0"/>
            </a:br>
            <a:r>
              <a:rPr lang="en-IN" sz="2400" dirty="0"/>
              <a:t>Dropout</a:t>
            </a:r>
            <a:br>
              <a:rPr lang="en-IN" sz="2400" dirty="0"/>
            </a:br>
            <a:r>
              <a:rPr lang="en-IN" sz="2400" dirty="0"/>
              <a:t>      ↓</a:t>
            </a:r>
            <a:br>
              <a:rPr lang="en-IN" sz="2400" dirty="0"/>
            </a:br>
            <a:r>
              <a:rPr lang="en-IN" sz="2400" dirty="0"/>
              <a:t>Dense Layer</a:t>
            </a:r>
            <a:br>
              <a:rPr lang="en-IN" sz="2400" dirty="0"/>
            </a:br>
            <a:r>
              <a:rPr lang="en-IN" sz="2400" dirty="0"/>
              <a:t>      ↓</a:t>
            </a:r>
            <a:br>
              <a:rPr lang="en-IN" sz="2400" dirty="0"/>
            </a:br>
            <a:r>
              <a:rPr lang="en-IN" sz="2400" dirty="0"/>
              <a:t>Sigmoid Output</a:t>
            </a:r>
          </a:p>
        </p:txBody>
      </p:sp>
    </p:spTree>
    <p:extLst>
      <p:ext uri="{BB962C8B-B14F-4D97-AF65-F5344CB8AC3E}">
        <p14:creationId xmlns:p14="http://schemas.microsoft.com/office/powerpoint/2010/main" val="4175923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D8CFA6-EC56-041A-9C6E-83CE39CF6410}"/>
              </a:ext>
            </a:extLst>
          </p:cNvPr>
          <p:cNvSpPr txBox="1"/>
          <p:nvPr/>
        </p:nvSpPr>
        <p:spPr>
          <a:xfrm>
            <a:off x="138223" y="531628"/>
            <a:ext cx="900666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 err="1"/>
              <a:t>Streamlit</a:t>
            </a:r>
            <a:r>
              <a:rPr lang="en-IN" sz="2800" b="1" u="sng" dirty="0"/>
              <a:t> Deployment</a:t>
            </a:r>
          </a:p>
          <a:p>
            <a:endParaRPr lang="en-IN" sz="2800" b="1" u="sng" dirty="0"/>
          </a:p>
          <a:p>
            <a:r>
              <a:rPr lang="en-US" sz="2400" b="1" dirty="0"/>
              <a:t>Features</a:t>
            </a:r>
          </a:p>
          <a:p>
            <a:r>
              <a:rPr lang="en-US" sz="2400" dirty="0"/>
              <a:t>Live Detection </a:t>
            </a:r>
          </a:p>
          <a:p>
            <a:endParaRPr lang="en-US" sz="2400" dirty="0"/>
          </a:p>
          <a:p>
            <a:r>
              <a:rPr lang="en-US" sz="2400" dirty="0"/>
              <a:t>Bulk Analysis </a:t>
            </a:r>
          </a:p>
          <a:p>
            <a:endParaRPr lang="en-US" sz="2400" dirty="0"/>
          </a:p>
          <a:p>
            <a:r>
              <a:rPr lang="en-US" sz="2400" dirty="0"/>
              <a:t>Data Insights</a:t>
            </a:r>
          </a:p>
          <a:p>
            <a:br>
              <a:rPr lang="en-IN" sz="2400" b="1" dirty="0"/>
            </a:br>
            <a:br>
              <a:rPr lang="en-IN" sz="2400" b="1" dirty="0"/>
            </a:br>
            <a:endParaRPr lang="en-IN" sz="2400" b="1" u="sng" dirty="0"/>
          </a:p>
        </p:txBody>
      </p:sp>
    </p:spTree>
    <p:extLst>
      <p:ext uri="{BB962C8B-B14F-4D97-AF65-F5344CB8AC3E}">
        <p14:creationId xmlns:p14="http://schemas.microsoft.com/office/powerpoint/2010/main" val="3740541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175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sumathi j</dc:creator>
  <cp:lastModifiedBy>sumathi j</cp:lastModifiedBy>
  <cp:revision>1</cp:revision>
  <dcterms:created xsi:type="dcterms:W3CDTF">2026-06-17T06:54:55Z</dcterms:created>
  <dcterms:modified xsi:type="dcterms:W3CDTF">2026-06-17T07:18:28Z</dcterms:modified>
</cp:coreProperties>
</file>